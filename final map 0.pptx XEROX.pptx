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1" r:id="rId6"/>
    <p:sldId id="258" r:id="rId7"/>
    <p:sldId id="270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CDC48-004B-49A5-9DD2-8F9C0C39EB24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3BF9A-226A-4D59-AACB-05DDF9E8E85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3BF9A-226A-4D59-AACB-05DDF9E8E85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D34C1-CFAE-4B10-8936-D7BDC1D58129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9A470-1865-4131-B7FE-F37C27291358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0F605-6CCA-4984-B83C-616F47E6251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B4C3-BB6A-46B4-BA84-0B183F7B6E9B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65A2-CB21-46B9-BEA6-4ECFB6FD2E0D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97BB4-CB83-49C5-A5B0-B911C52AAF56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233E-5977-4899-9A00-E0AB5E556C80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0969-E9C5-48BE-A475-ED49EA4F9E2B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84FE-CF07-43FE-BEAF-CDA8413D801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4895-4309-4F3E-865F-20A07D5AB02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8676-4DF7-4384-8004-A7BB8196BA06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782CF-09F6-48AE-837F-ACFDF5403B3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9xq407mHdAg" TargetMode="External"/><Relationship Id="rId4" Type="http://schemas.openxmlformats.org/officeDocument/2006/relationships/hyperlink" Target="https://github.com/ultralytics/ultralytics" TargetMode="External"/><Relationship Id="rId3" Type="http://schemas.openxmlformats.org/officeDocument/2006/relationships/hyperlink" Target="https://docs.ultralytics.com/?utm_source=chatgpt.com" TargetMode="External"/><Relationship Id="rId2" Type="http://schemas.openxmlformats.org/officeDocument/2006/relationships/hyperlink" Target="https://docs.opencv.org/4.x/d6/d00/tutorial_py_root.html" TargetMode="External"/><Relationship Id="rId1" Type="http://schemas.openxmlformats.org/officeDocument/2006/relationships/hyperlink" Target="https://pjreddie.com/media/files/papers/yolo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208206" y="1781772"/>
            <a:ext cx="9734093" cy="8030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C00000"/>
                </a:solidFill>
                <a:latin typeface="+mn-lt"/>
              </a:rPr>
              <a:t>Real time bolt and nut mounting verification system using computer vision</a:t>
            </a:r>
            <a:endParaRPr lang="en-US" sz="36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9110" y="2584813"/>
            <a:ext cx="11334292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Batch No.: </a:t>
            </a:r>
            <a:r>
              <a:rPr lang="en-US" sz="2400" dirty="0"/>
              <a:t>04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Club Name: </a:t>
            </a:r>
            <a:r>
              <a:rPr lang="en-US" sz="2400" dirty="0"/>
              <a:t>SMART AUTOMATION CLUB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Team Members</a:t>
            </a:r>
            <a:r>
              <a:rPr lang="en-US" sz="2400" dirty="0">
                <a:solidFill>
                  <a:schemeClr val="tx1"/>
                </a:solidFill>
              </a:rPr>
              <a:t>: </a:t>
            </a:r>
            <a:r>
              <a:rPr lang="en-IN" sz="2400" dirty="0"/>
              <a:t>Logesh</a:t>
            </a:r>
            <a:r>
              <a:rPr lang="en-US" altLang="en-IN" sz="2400" dirty="0"/>
              <a:t>waran B</a:t>
            </a:r>
            <a:r>
              <a:rPr lang="en-IN" sz="2400" dirty="0"/>
              <a:t>,</a:t>
            </a:r>
            <a:r>
              <a:rPr lang="en-US" altLang="en-IN" sz="2400" dirty="0"/>
              <a:t> Bhuvanan M, Karthikeyan V, </a:t>
            </a:r>
            <a:r>
              <a:rPr lang="en-US" altLang="en-IN" sz="2400" dirty="0">
                <a:sym typeface="+mn-ea"/>
              </a:rPr>
              <a:t>Veera karthikeyan R, Jayasubramani S</a:t>
            </a:r>
            <a:endParaRPr lang="en-IN" sz="2400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Full Affiliation: </a:t>
            </a:r>
            <a:r>
              <a:rPr lang="en-IN" sz="2400" dirty="0"/>
              <a:t>III Year </a:t>
            </a:r>
            <a:r>
              <a:rPr lang="en-US" altLang="en-IN" sz="2400" dirty="0"/>
              <a:t>Mech</a:t>
            </a:r>
            <a:r>
              <a:rPr lang="en-IN" sz="2400" dirty="0"/>
              <a:t>, Knowledge Institute of Technology. Salem.</a:t>
            </a:r>
            <a:r>
              <a:rPr lang="en-IN" sz="2400" dirty="0">
                <a:solidFill>
                  <a:srgbClr val="0070C0"/>
                </a:solidFill>
              </a:rPr>
              <a:t> </a:t>
            </a:r>
            <a:endParaRPr lang="en-IN" sz="24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70C0"/>
                </a:solidFill>
              </a:rPr>
              <a:t>Name of the Mentor: </a:t>
            </a:r>
            <a:r>
              <a:rPr lang="en-IN" sz="2400" dirty="0"/>
              <a:t>Prof P. Karthikeyan</a:t>
            </a:r>
            <a:endParaRPr lang="en-US" sz="24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Presentation Date: </a:t>
            </a:r>
            <a:r>
              <a:rPr lang="en-US" sz="2400" dirty="0"/>
              <a:t>29.07.2025</a:t>
            </a:r>
            <a:endParaRPr lang="en-US" sz="2400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D6A8-AF7C-4F41-B589-0F714FD698FB}" type="datetime1">
              <a:rPr lang="en-IN" smtClean="0"/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973433" y="299022"/>
            <a:ext cx="896886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KNOWLEDGE INSTITUTE OF TECHNOLOGY, SALEM – 637504</a:t>
            </a:r>
            <a:endParaRPr lang="en-IN" sz="28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IN" b="1" dirty="0"/>
              <a:t>(Autonomous Institution)</a:t>
            </a:r>
            <a:endParaRPr lang="en-IN" dirty="0"/>
          </a:p>
        </p:txBody>
      </p:sp>
      <p:pic>
        <p:nvPicPr>
          <p:cNvPr id="10" name="Picture 9" descr="C:\Users\KIOT\Downloads\WhatsApp Image 2025-04-01 at 3.02.50 PM.jpeg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3"/>
          <a:stretch>
            <a:fillRect/>
          </a:stretch>
        </p:blipFill>
        <p:spPr bwMode="auto">
          <a:xfrm>
            <a:off x="409111" y="568302"/>
            <a:ext cx="956982" cy="96410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0942299" y="531646"/>
            <a:ext cx="113404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MAP</a:t>
            </a:r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  <a:endParaRPr lang="en-IN" b="1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2025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098" y="209321"/>
            <a:ext cx="10515600" cy="113562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Table of Content 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983A6-DC0A-451F-AB88-5CAE8FA65D6A}" type="datetime1">
              <a:rPr lang="en-IN" smtClean="0"/>
            </a:fld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404807" y="2035072"/>
          <a:ext cx="6542548" cy="27878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790"/>
                <a:gridCol w="5682758"/>
              </a:tblGrid>
              <a:tr h="74579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 .No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Content 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45796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List of Problems through customers / industry defined problems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3208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Selected Final Problem Statement 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3208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Plan to Execute (Tentative)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3208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References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982" y="391651"/>
            <a:ext cx="11668018" cy="8207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List of Problems through customers / industry defined problems</a:t>
            </a:r>
            <a:endParaRPr lang="en-IN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47040" y="1211580"/>
          <a:ext cx="11480800" cy="4283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8490"/>
                <a:gridCol w="4164965"/>
                <a:gridCol w="3370580"/>
                <a:gridCol w="2056765"/>
              </a:tblGrid>
              <a:tr h="856615">
                <a:tc>
                  <a:txBody>
                    <a:bodyPr/>
                    <a:lstStyle/>
                    <a:p>
                      <a:pPr algn="ctr"/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Short Summary of </a:t>
                      </a:r>
                      <a:endParaRPr lang="en-IN" sz="1600" dirty="0"/>
                    </a:p>
                    <a:p>
                      <a:pPr algn="ctr"/>
                      <a:r>
                        <a:rPr lang="en-IN" sz="1600" dirty="0"/>
                        <a:t>Problem Statement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/>
                        <a:t>Problem identified through (direct</a:t>
                      </a:r>
                      <a:r>
                        <a:rPr lang="en-IN" sz="1600" baseline="0" dirty="0"/>
                        <a:t> customer, industry, SIH contest, other contest etc.)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/>
                        <a:t>Align with SDGs</a:t>
                      </a:r>
                      <a:endParaRPr lang="en-IN" sz="16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/>
                        <a:t>(SDG 1 to SDG17)</a:t>
                      </a:r>
                      <a:endParaRPr lang="en-IN" sz="1600" dirty="0"/>
                    </a:p>
                  </a:txBody>
                  <a:tcPr/>
                </a:tc>
              </a:tr>
              <a:tr h="856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Problem Statement 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Manual inspection of bolt and nut assembly is time-consuming and prone to human error, leading to incorrect mounting and safety risks.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Direct Customer (Manufacturing Unit / Supervisor Feedback)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SDG 9 (Industry, Innovation &amp; Infrastructure)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856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Problem Statement 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Lack of real-time monitoring systems in assembly lines results in defective products reaching later stages, increasing rework cost.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Industry (Automobile / Manufacturing Industry)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SDG 12 (Responsible Consumption &amp; Production)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856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Problem Statement 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Difficulty in ensuring consistency and accuracy in high-speed production environments where manual checks are not feasible.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SIH / Engineering Problem Statements (Automation &amp; AI Domain)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SDG 8 (Decent Work &amp; Economic Growth)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856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Problem Statement 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Existing quality control systems are expensive or not adaptable for small and medium-scale industries.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Other Contest / Research (AI &amp; Automation Challenges)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SDG 10 (Reduced Inequalities)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6646C-74F3-4311-AC52-20D39018B5CB}" type="datetime1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108" y="267367"/>
            <a:ext cx="8774130" cy="139704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Selected Final Problem Statement </a:t>
            </a:r>
            <a:br>
              <a:rPr lang="en-US" dirty="0">
                <a:solidFill>
                  <a:srgbClr val="0070C0"/>
                </a:solidFill>
              </a:rPr>
            </a:b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717" y="1383173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Problem:</a:t>
            </a:r>
            <a:br>
              <a:rPr lang="en-US" sz="1800" dirty="0"/>
            </a:br>
            <a:r>
              <a:rPr lang="en-US" sz="1800" dirty="0"/>
              <a:t>Manual inspection of bolt and nut mounting is slow, inconsistent, and error-prone, leading to defects and safety risks.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b="1" dirty="0"/>
              <a:t>Solution:</a:t>
            </a:r>
            <a:br>
              <a:rPr lang="en-US" sz="1800" dirty="0"/>
            </a:br>
            <a:r>
              <a:rPr lang="en-US" sz="1800" dirty="0"/>
              <a:t>Develop a </a:t>
            </a:r>
            <a:r>
              <a:rPr lang="en-US" sz="1800" b="1" dirty="0"/>
              <a:t>real-time computer vision system</a:t>
            </a:r>
            <a:r>
              <a:rPr lang="en-US" sz="1800" dirty="0"/>
              <a:t> to automatically detect and verify correct bolt and nut mounting in assembly lines.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b="1" dirty="0"/>
              <a:t>Goal:</a:t>
            </a:r>
            <a:br>
              <a:rPr lang="en-US" sz="1800" dirty="0"/>
            </a:br>
            <a:r>
              <a:rPr lang="en-US" sz="1800" dirty="0"/>
              <a:t>Improve accuracy, reduce human effort, and enhance production quality.</a:t>
            </a:r>
            <a:endParaRPr lang="en-US" sz="18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8B41-4F67-45CE-BAB4-D2F9B2A88920}" type="datetime1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108" y="267367"/>
            <a:ext cx="8774130" cy="139704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Plan to Execute (Tentative)</a:t>
            </a:r>
            <a:br>
              <a:rPr lang="en-US" dirty="0">
                <a:solidFill>
                  <a:srgbClr val="0070C0"/>
                </a:solidFill>
              </a:rPr>
            </a:b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8B41-4F67-45CE-BAB4-D2F9B2A88920}" type="datetime1">
              <a:rPr lang="en-IN" smtClean="0"/>
            </a:fld>
            <a:endParaRPr lang="en-IN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779453" y="1486801"/>
            <a:ext cx="8071440" cy="38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Problem Study &amp; Data Collection (images/videos of bolts &amp; nuts)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Annotation &amp; Preprocessing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3: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Development using YOLO + OpenCV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4: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Training &amp; Testing the Model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5: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System Integration (camera setup)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6: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Performance Evaluation &amp; Optimization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7: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Final Testing &amp; Deployment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6374" y="185174"/>
            <a:ext cx="5528187" cy="97042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References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A517-2B61-4770-A96A-3FE486EF1883}" type="datetime1">
              <a:rPr lang="en-IN" smtClean="0"/>
            </a:fld>
            <a:endParaRPr lang="en-IN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639960" y="981214"/>
            <a:ext cx="7121013" cy="4895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Bolt &amp; Nut Detection using Computer Vision (Research Paper)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https://ieeexplore.ieee.org/document/8461183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Object Detection using YOLO (Paper)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https://pjreddie.com/media/files/papers/yolo.pdf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OpenCV Official Documentation (Python)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https://docs.opencv.org/4.x/d6/d00/tutorial_py_root.html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YOLOv8 Documentation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https://docs.ultralytics.com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 Project – Object Detection with YOLO &amp; OpenCV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https://github.com/ultralytics/ultralytics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YouTube – Bolt/Nut Detection using YOLO &amp; OpenCV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https://www.youtube.com/watch?v=9xq407mHdAg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3111</Words>
  <Application>WPS Presentation</Application>
  <PresentationFormat>Widescreen</PresentationFormat>
  <Paragraphs>141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Times New Roman</vt:lpstr>
      <vt:lpstr>Tahoma</vt:lpstr>
      <vt:lpstr>Courier New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Table of Content </vt:lpstr>
      <vt:lpstr>List of Problems through customers / industry defined problems</vt:lpstr>
      <vt:lpstr>Selected Final Problem Statement  </vt:lpstr>
      <vt:lpstr>Plan to Execute (Tentative) 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Kamatchi Kannan V</dc:creator>
  <cp:lastModifiedBy>logesh waran</cp:lastModifiedBy>
  <cp:revision>43</cp:revision>
  <dcterms:created xsi:type="dcterms:W3CDTF">2024-04-02T09:34:00Z</dcterms:created>
  <dcterms:modified xsi:type="dcterms:W3CDTF">2026-05-05T07:19:32Z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F5D2E2D01780460F9375236540F4F9DA_13</vt:lpwstr>
  </property>
  <property fmtid="{D5CDD505-2E9C-101B-9397-08002B2CF9AE}" pid="3" name="KSOProductBuildVer">
    <vt:lpwstr>1033-12.1.0.25862</vt:lpwstr>
  </property>
</Properties>
</file>