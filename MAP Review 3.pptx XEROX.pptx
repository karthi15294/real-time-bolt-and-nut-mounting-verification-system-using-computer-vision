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66" r:id="rId4"/>
    <p:sldId id="258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93" d="100"/>
          <a:sy n="93" d="100"/>
        </p:scale>
        <p:origin x="-48" y="-72"/>
      </p:cViewPr>
      <p:guideLst>
        <p:guide orient="horz" pos="21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592580" y="2270125"/>
            <a:ext cx="9178290" cy="6686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+mn-lt"/>
                <a:sym typeface="+mn-ea"/>
              </a:rPr>
              <a:t>Real time bolt and nut mounting verification system using computer vision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  <a:p>
            <a:r>
              <a:rPr lang="en-US" sz="3600" b="1" dirty="0" smtClean="0">
                <a:solidFill>
                  <a:srgbClr val="C00000"/>
                </a:solidFill>
                <a:latin typeface="+mn-lt"/>
              </a:rPr>
              <a:t>                                         </a:t>
            </a:r>
            <a:endParaRPr lang="en-US" sz="36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9110" y="2584813"/>
            <a:ext cx="11334292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Batch No.: </a:t>
            </a:r>
            <a:r>
              <a:rPr lang="en-US" sz="2400" dirty="0" smtClean="0">
                <a:solidFill>
                  <a:schemeClr val="tx1"/>
                </a:solidFill>
              </a:rPr>
              <a:t>04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Club Name: </a:t>
            </a:r>
            <a:r>
              <a:rPr lang="en-US" sz="2400" dirty="0">
                <a:sym typeface="+mn-ea"/>
              </a:rPr>
              <a:t>SMART AUTOMATION CLUB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Team Members</a:t>
            </a:r>
            <a:r>
              <a:rPr lang="en-US" sz="2400" dirty="0" smtClean="0">
                <a:solidFill>
                  <a:srgbClr val="0070C0"/>
                </a:solidFill>
              </a:rPr>
              <a:t>: </a:t>
            </a:r>
            <a:r>
              <a:rPr lang="en-IN" sz="2400" dirty="0">
                <a:sym typeface="+mn-ea"/>
              </a:rPr>
              <a:t>Logesh</a:t>
            </a:r>
            <a:r>
              <a:rPr lang="en-US" altLang="en-IN" sz="2400" dirty="0">
                <a:sym typeface="+mn-ea"/>
              </a:rPr>
              <a:t>waran B</a:t>
            </a:r>
            <a:r>
              <a:rPr lang="en-IN" sz="2400" dirty="0">
                <a:sym typeface="+mn-ea"/>
              </a:rPr>
              <a:t>,</a:t>
            </a:r>
            <a:r>
              <a:rPr lang="en-US" altLang="en-IN" sz="2400" dirty="0">
                <a:sym typeface="+mn-ea"/>
              </a:rPr>
              <a:t> Bhuvanan M, Karthikeyan V, </a:t>
            </a:r>
            <a:r>
              <a:rPr lang="en-US" altLang="en-IN" sz="2400" dirty="0">
                <a:sym typeface="+mn-ea"/>
              </a:rPr>
              <a:t>Veera karthikeyan R, Jayasubramani S</a:t>
            </a:r>
            <a:endParaRPr lang="en-IN" sz="2400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Full Affiliation: </a:t>
            </a:r>
            <a:r>
              <a:rPr lang="en-IN" sz="2400" dirty="0" smtClean="0">
                <a:solidFill>
                  <a:srgbClr val="0070C0"/>
                </a:solidFill>
              </a:rPr>
              <a:t> </a:t>
            </a:r>
            <a:r>
              <a:rPr lang="en-IN" sz="2400" dirty="0">
                <a:sym typeface="+mn-ea"/>
              </a:rPr>
              <a:t>III Year </a:t>
            </a:r>
            <a:r>
              <a:rPr lang="en-US" altLang="en-IN" sz="2400" dirty="0">
                <a:sym typeface="+mn-ea"/>
              </a:rPr>
              <a:t>Mech</a:t>
            </a:r>
            <a:r>
              <a:rPr lang="en-IN" sz="2400" dirty="0">
                <a:sym typeface="+mn-ea"/>
              </a:rPr>
              <a:t>, Knowledge Institute of Technology. Salem.</a:t>
            </a:r>
            <a:r>
              <a:rPr lang="en-IN" sz="2400" dirty="0">
                <a:solidFill>
                  <a:srgbClr val="0070C0"/>
                </a:solidFill>
                <a:sym typeface="+mn-ea"/>
              </a:rPr>
              <a:t> </a:t>
            </a:r>
            <a:endParaRPr lang="en-IN" sz="2400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0070C0"/>
                </a:solidFill>
              </a:rPr>
              <a:t>Name of the Mentor:</a:t>
            </a:r>
            <a:r>
              <a:rPr lang="en-US" altLang="en-IN" sz="2400" b="1" dirty="0" smtClean="0">
                <a:solidFill>
                  <a:srgbClr val="0070C0"/>
                </a:solidFill>
              </a:rPr>
              <a:t> </a:t>
            </a:r>
            <a:r>
              <a:rPr lang="en-IN" sz="2400" dirty="0">
                <a:sym typeface="+mn-ea"/>
              </a:rPr>
              <a:t>Prof P. Karthikeyan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</a:rPr>
              <a:t>Presentation </a:t>
            </a:r>
            <a:r>
              <a:rPr lang="en-US" sz="2400" b="1">
                <a:solidFill>
                  <a:srgbClr val="0070C0"/>
                </a:solidFill>
              </a:rPr>
              <a:t>Date</a:t>
            </a:r>
            <a:r>
              <a:rPr lang="en-US" sz="2400" b="1" smtClean="0">
                <a:solidFill>
                  <a:srgbClr val="0070C0"/>
                </a:solidFill>
              </a:rPr>
              <a:t>: </a:t>
            </a:r>
            <a:r>
              <a:rPr lang="en-US" sz="2400" smtClean="0">
                <a:solidFill>
                  <a:schemeClr val="tx1"/>
                </a:solidFill>
              </a:rPr>
              <a:t>13.04.2026</a:t>
            </a:r>
            <a:endParaRPr lang="en-US" sz="2400" dirty="0" smtClean="0">
              <a:solidFill>
                <a:schemeClr val="tx1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MAP 2025</a:t>
            </a:r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 smtClean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>
            <a:fillRect/>
          </a:stretch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 smtClean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endParaRPr lang="en-IN" b="1" dirty="0" smtClean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lang="en-IN" b="1" dirty="0" smtClean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C00000"/>
                </a:solidFill>
              </a:rPr>
              <a:t>Table of Content</a:t>
            </a:r>
            <a:endParaRPr lang="en-US" b="1">
              <a:solidFill>
                <a:srgbClr val="C00000"/>
              </a:solidFill>
            </a:endParaRPr>
          </a:p>
        </p:txBody>
      </p:sp>
      <p:graphicFrame>
        <p:nvGraphicFramePr>
          <p:cNvPr id="7" name="Content Placeholder 6"/>
          <p:cNvGraphicFramePr/>
          <p:nvPr>
            <p:ph idx="1"/>
          </p:nvPr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9590"/>
                <a:gridCol w="8716010"/>
              </a:tblGrid>
              <a:tr h="381000">
                <a:tc>
                  <a:txBody>
                    <a:bodyPr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 .No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Content 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sz="1800" dirty="0" smtClean="0">
                          <a:solidFill>
                            <a:schemeClr val="tx1"/>
                          </a:solidFill>
                          <a:sym typeface="+mn-ea"/>
                        </a:rPr>
                        <a:t>Mentor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Interaction and Suggestion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sym typeface="+mn-ea"/>
                        </a:rPr>
                        <a:t>Received</a:t>
                      </a:r>
                      <a:endParaRPr lang="en-US" sz="1800" b="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sz="1800" dirty="0" smtClean="0">
                          <a:solidFill>
                            <a:schemeClr val="tx1"/>
                          </a:solidFill>
                          <a:sym typeface="+mn-ea"/>
                        </a:rPr>
                        <a:t>Refining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MVP based on Mentor Suggestions 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sz="1800" dirty="0" smtClean="0">
                          <a:solidFill>
                            <a:schemeClr val="tx1"/>
                          </a:solidFill>
                          <a:sym typeface="+mn-ea"/>
                        </a:rPr>
                        <a:t>Refining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MVP based on GTC approach </a:t>
                      </a:r>
                      <a:endParaRPr lang="en-US" alt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just"/>
                      <a:r>
                        <a:rPr lang="en-US" sz="1800" dirty="0" smtClean="0">
                          <a:solidFill>
                            <a:schemeClr val="tx1"/>
                          </a:solidFill>
                          <a:sym typeface="+mn-ea"/>
                        </a:rPr>
                        <a:t> MVP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Prototype Development </a:t>
                      </a:r>
                      <a:endParaRPr lang="en-US" altLang="en-IN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sym typeface="+mn-ea"/>
                        </a:rPr>
                        <a:t>First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sym typeface="+mn-ea"/>
                        </a:rPr>
                        <a:t>Iteration using GTC to enhance MVP </a:t>
                      </a:r>
                      <a:endParaRPr lang="en-US" sz="18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7B9A470-1865-4131-B7FE-F37C2729135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MRIET 2024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B80762C-F2FD-4145-979C-8E15085ED4A0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8833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Mentor Interaction and Suggestion Received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/>
          <a:lstStyle/>
          <a:p>
            <a:r>
              <a:rPr lang="en-US" altLang="en-US" sz="2000" dirty="0"/>
              <a:t>Discussed project progress with mentor regularly</a:t>
            </a:r>
            <a:endParaRPr lang="en-US" altLang="en-US" sz="2000" dirty="0"/>
          </a:p>
          <a:p>
            <a:r>
              <a:rPr lang="en-US" altLang="en-US" sz="2000" dirty="0"/>
              <a:t>Mentor suggested using AI model instead of only basic image processing</a:t>
            </a:r>
            <a:endParaRPr lang="en-US" altLang="en-US" sz="2000" dirty="0"/>
          </a:p>
          <a:p>
            <a:r>
              <a:rPr lang="en-US" altLang="en-US" sz="2000" dirty="0"/>
              <a:t>Advised to improve detection accuracy and speed</a:t>
            </a:r>
            <a:endParaRPr lang="en-US" altLang="en-US" sz="2000" dirty="0"/>
          </a:p>
          <a:p>
            <a:r>
              <a:rPr lang="en-US" altLang="en-US" sz="2000" dirty="0"/>
              <a:t>Suggested using proper dataset for training the model</a:t>
            </a:r>
            <a:endParaRPr lang="en-US" altLang="en-US" sz="2000" dirty="0"/>
          </a:p>
          <a:p>
            <a:r>
              <a:rPr lang="en-US" altLang="en-US" sz="2000" dirty="0"/>
              <a:t>Recommended testing system in real-time conditions</a:t>
            </a:r>
            <a:endParaRPr lang="en-US" altLang="en-US" sz="2000" dirty="0"/>
          </a:p>
          <a:p>
            <a:r>
              <a:rPr lang="en-US" altLang="en-US" sz="2000" dirty="0"/>
              <a:t>Guidance given to focus on industrial application</a:t>
            </a:r>
            <a:endParaRPr lang="en-US" alt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866" y="338001"/>
            <a:ext cx="9863190" cy="1336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Refining MVP based on Mentor Suggestions 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783865"/>
            <a:ext cx="10515600" cy="4351338"/>
          </a:xfrm>
        </p:spPr>
        <p:txBody>
          <a:bodyPr/>
          <a:lstStyle/>
          <a:p>
            <a:r>
              <a:rPr lang="en-US" altLang="en-US" sz="2000" dirty="0"/>
              <a:t>Switched from basic OpenCV method to YOLO AI model</a:t>
            </a:r>
            <a:endParaRPr lang="en-US" altLang="en-US" sz="2000" dirty="0"/>
          </a:p>
          <a:p>
            <a:r>
              <a:rPr lang="en-US" altLang="en-US" sz="2000" dirty="0"/>
              <a:t>Improved detection of missing and loose bolts</a:t>
            </a:r>
            <a:endParaRPr lang="en-US" altLang="en-US" sz="2000" dirty="0"/>
          </a:p>
          <a:p>
            <a:r>
              <a:rPr lang="en-US" altLang="en-US" sz="2000" dirty="0"/>
              <a:t>Enhanced image quality using proper lighting setup</a:t>
            </a:r>
            <a:endParaRPr lang="en-US" altLang="en-US" sz="2000" dirty="0"/>
          </a:p>
          <a:p>
            <a:r>
              <a:rPr lang="en-US" altLang="en-US" sz="2000" dirty="0"/>
              <a:t>Reduced errors by training model with more images</a:t>
            </a:r>
            <a:endParaRPr lang="en-US" altLang="en-US" sz="2000" dirty="0"/>
          </a:p>
          <a:p>
            <a:r>
              <a:rPr lang="en-US" altLang="en-US" sz="2000" dirty="0"/>
              <a:t>Improved system output (clear OK / NOT OK display)</a:t>
            </a:r>
            <a:endParaRPr lang="en-US" alt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80CB-483E-472A-8231-CC99DB583B25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045" y="194162"/>
            <a:ext cx="10654301" cy="97042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Refining MVP based on GTC approach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dirty="0"/>
              <a:t>(GTC = Go-To-Customer)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dirty="0"/>
              <a:t>Considered customer requirement for fast inspection</a:t>
            </a:r>
            <a:endParaRPr lang="en-US" altLang="en-US" sz="2000" dirty="0"/>
          </a:p>
          <a:p>
            <a:r>
              <a:rPr lang="en-US" altLang="en-US" sz="2000" dirty="0"/>
              <a:t>Improved system speed for real-time usage</a:t>
            </a:r>
            <a:endParaRPr lang="en-US" altLang="en-US" sz="2000" dirty="0"/>
          </a:p>
          <a:p>
            <a:r>
              <a:rPr lang="en-US" altLang="en-US" sz="2000" dirty="0"/>
              <a:t>Made system simple and user-friendly</a:t>
            </a:r>
            <a:endParaRPr lang="en-US" altLang="en-US" sz="2000" dirty="0"/>
          </a:p>
          <a:p>
            <a:r>
              <a:rPr lang="en-US" altLang="en-US" sz="2000" dirty="0"/>
              <a:t>Focused on automation to reduce manpower</a:t>
            </a:r>
            <a:endParaRPr lang="en-US" altLang="en-US" sz="2000" dirty="0"/>
          </a:p>
          <a:p>
            <a:r>
              <a:rPr lang="en-US" altLang="en-US" sz="2000" dirty="0"/>
              <a:t>Ensured system reliability for industrial environment</a:t>
            </a:r>
            <a:endParaRPr lang="en-US" alt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2E90-5CF2-4BF4-A9AF-5F76A2EC9442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367" y="153066"/>
            <a:ext cx="8804952" cy="9704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MVP Prototype Development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/>
          <a:lstStyle/>
          <a:p>
            <a:r>
              <a:rPr lang="en-US" altLang="en-US" sz="2000" dirty="0"/>
              <a:t>Developed prototype using camera and computer system</a:t>
            </a:r>
            <a:endParaRPr lang="en-US" altLang="en-US" sz="2000" dirty="0"/>
          </a:p>
          <a:p>
            <a:r>
              <a:rPr lang="en-US" altLang="en-US" sz="2000" dirty="0"/>
              <a:t>Implemented YOLO model for object detection</a:t>
            </a:r>
            <a:endParaRPr lang="en-US" altLang="en-US" sz="2000" dirty="0"/>
          </a:p>
          <a:p>
            <a:r>
              <a:rPr lang="en-US" altLang="en-US" sz="2000" dirty="0"/>
              <a:t>System detects bolts and shows bounding boxes</a:t>
            </a:r>
            <a:endParaRPr lang="en-US" altLang="en-US" sz="2000" dirty="0"/>
          </a:p>
          <a:p>
            <a:r>
              <a:rPr lang="en-US" altLang="en-US" sz="2000" dirty="0"/>
              <a:t>Identifies defects like missing, loose, misaligned bolts</a:t>
            </a:r>
            <a:endParaRPr lang="en-US" altLang="en-US" sz="2000" dirty="0"/>
          </a:p>
          <a:p>
            <a:r>
              <a:rPr lang="en-US" altLang="en-US" sz="2000" dirty="0"/>
              <a:t>Displays automatic result as OK / NOT OK</a:t>
            </a:r>
            <a:endParaRPr lang="en-US" altLang="en-US" sz="2000" dirty="0"/>
          </a:p>
          <a:p>
            <a:r>
              <a:rPr lang="en-US" altLang="en-US" sz="2000" dirty="0"/>
              <a:t>Prototype proves feasibility of automatic inspection</a:t>
            </a:r>
            <a:endParaRPr lang="en-US" alt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161B-7E41-46E7-B0E2-AD87C9F1AA0D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854" y="153066"/>
            <a:ext cx="11085816" cy="97042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First Iteration using GTC to enhance MVP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/>
          <a:lstStyle/>
          <a:p>
            <a:r>
              <a:rPr lang="en-US" altLang="en-US" sz="2000" dirty="0"/>
              <a:t>Tested system with different bolt conditions</a:t>
            </a:r>
            <a:endParaRPr lang="en-US" altLang="en-US" sz="2000" dirty="0"/>
          </a:p>
          <a:p>
            <a:r>
              <a:rPr lang="en-US" altLang="en-US" sz="2000" dirty="0"/>
              <a:t>Improved model accuracy with more training data</a:t>
            </a:r>
            <a:endParaRPr lang="en-US" altLang="en-US" sz="2000" dirty="0"/>
          </a:p>
          <a:p>
            <a:r>
              <a:rPr lang="en-US" altLang="en-US" sz="2000" dirty="0"/>
              <a:t>Increased detection speed for real-time performance</a:t>
            </a:r>
            <a:endParaRPr lang="en-US" altLang="en-US" sz="2000" dirty="0"/>
          </a:p>
          <a:p>
            <a:r>
              <a:rPr lang="en-US" altLang="en-US" sz="2000" dirty="0"/>
              <a:t>Reduced false detection errors</a:t>
            </a:r>
            <a:endParaRPr lang="en-US" altLang="en-US" sz="2000" dirty="0"/>
          </a:p>
          <a:p>
            <a:r>
              <a:rPr lang="en-US" altLang="en-US" sz="2000" dirty="0"/>
              <a:t>Optimized system for industrial use</a:t>
            </a:r>
            <a:endParaRPr lang="en-US" altLang="en-US" sz="2000" dirty="0"/>
          </a:p>
          <a:p>
            <a:r>
              <a:rPr lang="en-US" altLang="en-US" sz="2000" dirty="0"/>
              <a:t>Final system ready for advanced prototype development</a:t>
            </a:r>
            <a:endParaRPr lang="en-US" altLang="en-US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</a:fld>
            <a:endParaRPr lang="en-I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B05F-AFA2-45F7-B558-F3389BA9E355}" type="datetime1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2305</Words>
  <Application>WPS Presentation</Application>
  <PresentationFormat>Custom</PresentationFormat>
  <Paragraphs>129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Times New Roman</vt:lpstr>
      <vt:lpstr>Tahoma</vt:lpstr>
      <vt:lpstr>Office Theme</vt:lpstr>
      <vt:lpstr>PowerPoint 演示文稿</vt:lpstr>
      <vt:lpstr>PowerPoint 演示文稿</vt:lpstr>
      <vt:lpstr>Mentor Interaction and Suggestion Received</vt:lpstr>
      <vt:lpstr>Refining MVP based on Mentor Suggestions </vt:lpstr>
      <vt:lpstr>Refining MVP based on GTC approach </vt:lpstr>
      <vt:lpstr>MVP Prototype Development </vt:lpstr>
      <vt:lpstr>First Iteration using GTC to enhance MVP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logesh waran</cp:lastModifiedBy>
  <cp:revision>50</cp:revision>
  <dcterms:created xsi:type="dcterms:W3CDTF">2024-04-02T09:34:00Z</dcterms:created>
  <dcterms:modified xsi:type="dcterms:W3CDTF">2026-05-05T07:19:15Z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98F2A10697C34EB5B8F0C69B8C3E4D4B_13</vt:lpwstr>
  </property>
  <property fmtid="{D5CDD505-2E9C-101B-9397-08002B2CF9AE}" pid="3" name="KSOProductBuildVer">
    <vt:lpwstr>1033-12.1.0.25862</vt:lpwstr>
  </property>
</Properties>
</file>