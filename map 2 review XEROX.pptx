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8" r:id="rId4"/>
    <p:sldId id="262" r:id="rId5"/>
    <p:sldId id="270" r:id="rId6"/>
    <p:sldId id="264" r:id="rId7"/>
    <p:sldId id="265" r:id="rId8"/>
    <p:sldId id="272" r:id="rId9"/>
    <p:sldId id="26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roboflow.com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hyperlink" Target="https://opencv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2260" y="340586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5" name="Picture 4" descr="C:\Users\KIOT\Downloads\WhatsApp Image 2025-04-01 at 3.02.50 PM.jpe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357156" y="277354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09110" y="2604477"/>
            <a:ext cx="11334292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04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IN" sz="2400" b="1" dirty="0">
                <a:solidFill>
                  <a:srgbClr val="0070C0"/>
                </a:solidFill>
              </a:rPr>
              <a:t>:</a:t>
            </a:r>
            <a:r>
              <a:rPr lang="en-US" altLang="en-IN" sz="2400" b="1" dirty="0">
                <a:solidFill>
                  <a:srgbClr val="0070C0"/>
                </a:solidFill>
              </a:rPr>
              <a:t> </a:t>
            </a:r>
            <a:r>
              <a:rPr lang="en-IN" sz="2400" dirty="0">
                <a:sym typeface="+mn-ea"/>
              </a:rPr>
              <a:t>Logesh</a:t>
            </a:r>
            <a:r>
              <a:rPr lang="en-US" altLang="en-IN" sz="2400" dirty="0">
                <a:sym typeface="+mn-ea"/>
              </a:rPr>
              <a:t>waran B</a:t>
            </a:r>
            <a:r>
              <a:rPr lang="en-IN" sz="2400" dirty="0">
                <a:sym typeface="+mn-ea"/>
              </a:rPr>
              <a:t>,</a:t>
            </a:r>
            <a:r>
              <a:rPr lang="en-US" altLang="en-IN" sz="2400" dirty="0">
                <a:sym typeface="+mn-ea"/>
              </a:rPr>
              <a:t> Bhuvanan M, Karthikeyan V, </a:t>
            </a:r>
            <a:r>
              <a:rPr lang="en-US" altLang="en-IN" sz="2400" dirty="0">
                <a:sym typeface="+mn-ea"/>
              </a:rPr>
              <a:t>Veera karthikeyan R, Jayasubramani S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MECH, 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IN" sz="2400" dirty="0"/>
              <a:t> Prof P. Karthikeyan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25.03.2026</a:t>
            </a:r>
            <a:endParaRPr lang="en-US" sz="2400" dirty="0"/>
          </a:p>
        </p:txBody>
      </p:sp>
      <p:sp>
        <p:nvSpPr>
          <p:cNvPr id="2" name="Title 1"/>
          <p:cNvSpPr txBox="1"/>
          <p:nvPr/>
        </p:nvSpPr>
        <p:spPr>
          <a:xfrm>
            <a:off x="1120096" y="1440506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Vision Based Bolt and Nut Inspection System for Defect Detection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8833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Solutions Generated (Customer/Industry Defined Problem)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inspection of bolts and nuts results in low accuracy and human error.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Missing or loose bolts may cause machine damage and safety issues in industries.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Continuous monitoring in production line is difficult using manual method.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Small defects like missing bolt, loose nut, wrong position, and improper tightening are hard to detect.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inspection systems are slow and require more manpower.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Industry needs an automatic, fast, and reliable inspection system.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Solution: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Vision Based Bolt and Nut Inspection System using Camera and Image Processing for Defect Detection.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27" y="324229"/>
            <a:ext cx="9863190" cy="1336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Final Solution with Key Assumptions  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456" y="2098497"/>
            <a:ext cx="10515600" cy="315192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Camera-based machine vision system is used to capture bolt and nut images.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processing / AI model detects missing, loose, and misaligned bolts.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Proper lighting and fixed camera position are assumed for accurate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is designed for industrial production line inspection.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Output displays OK / NOT OK result automatically for defect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105" y="309551"/>
            <a:ext cx="9863190" cy="1336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Brainstroming   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900" y="1923247"/>
          <a:ext cx="10515600" cy="3566160"/>
        </p:xfrm>
        <a:graphic>
          <a:graphicData uri="http://schemas.openxmlformats.org/drawingml/2006/table">
            <a:tbl>
              <a:tblPr/>
              <a:tblGrid>
                <a:gridCol w="2347452"/>
                <a:gridCol w="4662948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Idea Generated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Manual visual inspection method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Checking bolts and nuts manually by operator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Sensor based bolt detection system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Using proximity sensor to detect bolt presence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Camera based inspection system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Using camera to capture bolt and nut images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Image processing defect detection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Detect missing / loose bolt using OpenCV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AI / Machine vision inspection system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Automatic defect detection using trained model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367" y="153066"/>
            <a:ext cx="8804952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Concept Development – MVP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1B-7E41-46E7-B0E2-AD87C9F1AA0D}" type="datetime1">
              <a:rPr lang="en-IN" smtClean="0"/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1823316"/>
            <a:ext cx="70104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prototype using camera, computer, and machine vision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YOLO model and image processing algorithms for bolt and nut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detects bolts and shows bounding box for correct and wrong parts.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displays OK / NOT OK result to the user automatically.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MVP proves the feasibility of AI based automatic bolt and nut defect inspection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1" b="16354"/>
          <a:stretch>
            <a:fillRect/>
          </a:stretch>
        </p:blipFill>
        <p:spPr>
          <a:xfrm>
            <a:off x="8420342" y="996801"/>
            <a:ext cx="3419952" cy="144377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58" y="2601042"/>
            <a:ext cx="3671836" cy="179741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989" y="4347712"/>
            <a:ext cx="3785419" cy="2008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Iteration &amp; Solution–Market Fit: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671" y="2190750"/>
            <a:ext cx="8148484" cy="289385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 concept reviewed and improved based on guide and review feedback.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detection methods tested and YOLO model selected for best performance.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tested with various bolt and nut conditions for reliability checking.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Detection speed and accuracy improved for real-time industrial use.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system is suitable for automatic inspection in manufacturing industries.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Comparison: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17894" y="1579819"/>
          <a:ext cx="9441580" cy="4351339"/>
        </p:xfrm>
        <a:graphic>
          <a:graphicData uri="http://schemas.openxmlformats.org/drawingml/2006/table">
            <a:tbl>
              <a:tblPr/>
              <a:tblGrid>
                <a:gridCol w="1888316"/>
                <a:gridCol w="1888316"/>
                <a:gridCol w="1888316"/>
                <a:gridCol w="1888316"/>
                <a:gridCol w="1888316"/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Parameter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Manual Inspection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OpenCV Method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 / AI Model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Selected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Working principle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Human visual check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Image processing rules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Deep learning detection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Speed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Slow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Accuracy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Low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High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 missing bolt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Difficult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Possible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Easy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 loose / wrong position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Difficult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Accurate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Real-time inspection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Not possible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Possible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Reliability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High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Cost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Low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Medium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Suitable for industry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Not suitable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Very good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YOLO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Suitable for automation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Partial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Yes</a:t>
                      </a:r>
                      <a:endParaRPr lang="en-IN" sz="160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YOLO</a:t>
                      </a:r>
                      <a:endParaRPr lang="en-IN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Further Plan to Execute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172497" y="1989126"/>
            <a:ext cx="92202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more bolt and nut images to improve YOLO model accuracy.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the model with different defect conditions like missing, loose, and misaligned bolts.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complete system for real-time camera-based inspection.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software with display to show OK / NOT OK result with bounding box.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 final prototype and test for industrial application demonstration.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957490"/>
            <a:ext cx="10515600" cy="294302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Redmon, J. et al.,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YOLO: Real-Time Object Detection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 Conference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OpenCV Official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https://opencv.org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Software Foundation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https://www.python.org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Roboflow Object Detection Platform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https://roboflow.com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Research papers 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Visual Inspection in Industry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4064</Words>
  <Application>WPS Presentation</Application>
  <PresentationFormat>Widescreen</PresentationFormat>
  <Paragraphs>265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Solutions Generated (Customer/Industry Defined Problem)</vt:lpstr>
      <vt:lpstr>Final Solution with Key Assumptions  </vt:lpstr>
      <vt:lpstr>Brainstroming   </vt:lpstr>
      <vt:lpstr>Concept Development – MVP</vt:lpstr>
      <vt:lpstr>Iteration &amp; Solution–Market Fit:</vt:lpstr>
      <vt:lpstr>Comparison:</vt:lpstr>
      <vt:lpstr>Further Plan to Execute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logesh waran</cp:lastModifiedBy>
  <cp:revision>59</cp:revision>
  <dcterms:created xsi:type="dcterms:W3CDTF">2024-04-02T09:34:00Z</dcterms:created>
  <dcterms:modified xsi:type="dcterms:W3CDTF">2026-05-05T07:16:14Z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894C88D5BA2F4A01851E6AF43478A69D_12</vt:lpwstr>
  </property>
  <property fmtid="{D5CDD505-2E9C-101B-9397-08002B2CF9AE}" pid="3" name="KSOProductBuildVer">
    <vt:lpwstr>1033-12.1.0.25862</vt:lpwstr>
  </property>
</Properties>
</file>